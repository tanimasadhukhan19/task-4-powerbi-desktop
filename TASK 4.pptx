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73BC-B661-F7B7-0251-9444980D7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5A544-F202-4D37-2E41-9E2CF2DB4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3CA3C-EE73-2416-3DA5-E3C2D30AE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DE04F-1C0E-3D8D-BAAF-09C05EF7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89081-A9C3-3F1F-1245-CA9C2C9FA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52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D919D-34A8-7CCF-F38C-198AD3F3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7D2A3-8754-63FA-D9BC-E38D14BBE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38246-6EB0-BBA2-E28B-B6AFAEFB8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1798E-A12C-3D64-2D16-D0629863A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C0D28-65BA-2C4E-5EB8-3D234086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85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A414-8BF3-62E7-BA27-528B9052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91F91-83C8-4926-125D-C6A28A451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E470C-BC21-5639-6A1C-6D464368F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7E616-EFAD-2727-AF0F-6A5CA06AE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2A98B-A015-565F-3771-1A6E4C88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5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9D01-BEF5-FF44-64AA-BE0AEDAE8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0F9EF-2806-4B99-0A1E-38660C816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9BCC3-D351-4900-9656-DD45B0926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8D51E-015E-FF20-65F8-2AAD3492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7EDB9-BF94-7A2C-0295-A86F3DE8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70E20-1E79-9F88-005E-4504E05E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511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4C18-9E4E-AA07-EB47-21DB9862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2A262-A5C9-EE0B-C7F1-33F150EE9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1DBCB-75BB-FFA1-7D27-27E9E5051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10104C-F472-5865-4782-74901094F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78120-6179-CA49-07A0-D591C9014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CD9BC4-88AB-D9F9-7046-66364274A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44A004-54C8-62DA-82AB-6BE42B8E6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2A02AF-EC43-05CA-6867-A57977B0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49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E5446-81F4-0EC6-8747-06C9512DE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8A959-80B0-FF59-E7F7-4ECDAAC36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4A446-7D8A-71D1-48D9-C75C78CF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816E1-C055-39E4-7011-96B70583C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2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27B96F-6421-EF23-CE3E-6B1CB6B97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7D7F1A-9758-6AD5-87A1-6E7A02409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A5437-6DA2-821C-D8D7-E6C8DB10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034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FFD3F-22BD-31BA-3E98-AEBA82583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C092B-0602-F0AC-53D4-D16B81580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359A4-F72B-D75E-F865-3998306D6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C8338-1D03-9025-8FF9-B4FC16B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5ABDB-DBE7-626D-10A4-EE4568B3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D4E07-701C-BD47-18B7-A81A9919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374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5925-1593-3599-16A8-C5C37174E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6438E-C0B2-133E-7694-6262C66F6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CEE8C-F2F2-593B-C99E-79D2157DB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FABCB-88C6-4FC6-CA5A-E57AB6472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C5CFA-8010-CDE8-B49E-C2DA0267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2C295-69D5-60DE-7DA4-1968845E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274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5F2F2-0CEF-E7F6-6108-F5F397CFE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18631-CDC5-F2F0-460C-EA4C97BC7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CA05D-6C20-A18B-11BD-6F9F24D8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977FD-B720-2582-EE43-A18EC8E79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71F74-E6E7-78E3-6D3B-CD6D20F3C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47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7CB788-D5DA-22F5-BCC3-93A86AC68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D6931-3A79-0371-BCDF-4B31BB22F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4CF82-4639-FF83-F013-12D32CEB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B72D8-D421-BC92-BD4D-986EAE3F0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F536B-7344-5BAA-A803-EEB90A331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90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A1683-95EA-4F52-610D-F0AC12F6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61205-681A-FE69-9467-D24042FB0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6A4E-730F-588A-AC99-C2F133A17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65E0F-65B9-4ECB-BA99-14975BD03C79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B773C-8A07-8D2C-BCB9-E7606C3228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EFD8D-A907-4A00-1B5B-C2D118E04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677CD-59F9-430D-A12F-80475985A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794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01808-040D-FA9C-040D-335752B112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TASK 4: DASHBOARD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AD9E0-D439-4222-0785-AEDD06520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Sales &amp; Financial Performance Dashboard</a:t>
            </a:r>
            <a:br>
              <a:rPr lang="en-IN" dirty="0"/>
            </a:br>
            <a:r>
              <a:rPr lang="en-IN" dirty="0"/>
              <a:t>Name: Isha Mukherjee</a:t>
            </a:r>
            <a:br>
              <a:rPr lang="en-IN" dirty="0"/>
            </a:br>
            <a:r>
              <a:rPr lang="en-IN" dirty="0"/>
              <a:t>Tool: Power BI</a:t>
            </a:r>
          </a:p>
        </p:txBody>
      </p:sp>
    </p:spTree>
    <p:extLst>
      <p:ext uri="{BB962C8B-B14F-4D97-AF65-F5344CB8AC3E}">
        <p14:creationId xmlns:p14="http://schemas.microsoft.com/office/powerpoint/2010/main" val="192613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98217-ED4C-3F3F-F998-7A6886581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5E013-95EF-4392-384A-825E03111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16"/>
            <a:ext cx="10515600" cy="4800447"/>
          </a:xfrm>
        </p:spPr>
        <p:txBody>
          <a:bodyPr/>
          <a:lstStyle/>
          <a:p>
            <a:r>
              <a:rPr lang="en-IN" dirty="0"/>
              <a:t>Content:</a:t>
            </a:r>
          </a:p>
          <a:p>
            <a:r>
              <a:rPr lang="en-IN" dirty="0"/>
              <a:t>To design an interactive dashboard for </a:t>
            </a:r>
            <a:r>
              <a:rPr lang="en-IN" dirty="0" err="1"/>
              <a:t>analyzing</a:t>
            </a:r>
            <a:r>
              <a:rPr lang="en-IN" dirty="0"/>
              <a:t> sales and financial performance using Power BI.</a:t>
            </a:r>
          </a:p>
          <a:p>
            <a:r>
              <a:rPr lang="en-IN" b="1" dirty="0"/>
              <a:t>Key Objectives:</a:t>
            </a:r>
            <a:endParaRPr lang="en-IN" dirty="0"/>
          </a:p>
          <a:p>
            <a:pPr lvl="0"/>
            <a:r>
              <a:rPr lang="en-IN" dirty="0"/>
              <a:t>Track sales and profit performance </a:t>
            </a:r>
          </a:p>
          <a:p>
            <a:pPr lvl="0"/>
            <a:r>
              <a:rPr lang="en-IN" dirty="0"/>
              <a:t>Monitor sales growth </a:t>
            </a:r>
          </a:p>
          <a:p>
            <a:pPr lvl="0"/>
            <a:r>
              <a:rPr lang="en-IN" dirty="0" err="1"/>
              <a:t>Analyze</a:t>
            </a:r>
            <a:r>
              <a:rPr lang="en-IN" dirty="0"/>
              <a:t> trends over time </a:t>
            </a:r>
          </a:p>
          <a:p>
            <a:pPr lvl="0"/>
            <a:r>
              <a:rPr lang="en-IN" dirty="0"/>
              <a:t>Compare categories, regions and segments </a:t>
            </a:r>
          </a:p>
          <a:p>
            <a:pPr lvl="0"/>
            <a:r>
              <a:rPr lang="en-IN" dirty="0"/>
              <a:t>Provide interactive filtering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228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022A3-4FC9-9A49-16CD-BD773BFE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Interactive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E1823A-C9B5-9595-B413-F9F495F3D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3298" y="1825625"/>
            <a:ext cx="694540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6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B1D9-4920-427F-58CA-1CDBBAC41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4" y="0"/>
            <a:ext cx="10515600" cy="1325563"/>
          </a:xfrm>
        </p:spPr>
        <p:txBody>
          <a:bodyPr/>
          <a:lstStyle/>
          <a:p>
            <a:r>
              <a:rPr lang="en-IN" dirty="0"/>
              <a:t>KPI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D3750-70DC-49A8-418C-2D31C49D9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561" y="980050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Key Performance Indicators</a:t>
            </a:r>
            <a:endParaRPr lang="en-IN" dirty="0"/>
          </a:p>
          <a:p>
            <a:pPr lvl="0"/>
            <a:r>
              <a:rPr lang="en-IN" b="1" dirty="0"/>
              <a:t>Total Sales:</a:t>
            </a:r>
            <a:r>
              <a:rPr lang="en-IN" dirty="0"/>
              <a:t> 14.46M </a:t>
            </a:r>
          </a:p>
          <a:p>
            <a:pPr lvl="0"/>
            <a:r>
              <a:rPr lang="en-IN" b="1" dirty="0"/>
              <a:t>Total Profit:</a:t>
            </a:r>
            <a:r>
              <a:rPr lang="en-IN" dirty="0"/>
              <a:t> 3.19M </a:t>
            </a:r>
          </a:p>
          <a:p>
            <a:pPr lvl="0"/>
            <a:r>
              <a:rPr lang="en-IN" b="1" dirty="0"/>
              <a:t>Total Orders:</a:t>
            </a:r>
            <a:r>
              <a:rPr lang="en-IN" dirty="0"/>
              <a:t> 250 </a:t>
            </a:r>
          </a:p>
          <a:p>
            <a:pPr lvl="0"/>
            <a:r>
              <a:rPr lang="en-IN" b="1" dirty="0"/>
              <a:t>Profit Margin:</a:t>
            </a:r>
            <a:r>
              <a:rPr lang="en-IN" dirty="0"/>
              <a:t> 22.06% </a:t>
            </a:r>
          </a:p>
          <a:p>
            <a:pPr lvl="0"/>
            <a:r>
              <a:rPr lang="en-IN" b="1" dirty="0"/>
              <a:t>Sales Growth:</a:t>
            </a:r>
            <a:r>
              <a:rPr lang="en-IN" dirty="0"/>
              <a:t> 102% </a:t>
            </a:r>
          </a:p>
          <a:p>
            <a:r>
              <a:rPr lang="en-IN" b="1" dirty="0"/>
              <a:t>Analysis:</a:t>
            </a:r>
            <a:endParaRPr lang="en-IN" dirty="0"/>
          </a:p>
          <a:p>
            <a:pPr lvl="0"/>
            <a:r>
              <a:rPr lang="en-IN" dirty="0"/>
              <a:t>Sales trend over time </a:t>
            </a:r>
          </a:p>
          <a:p>
            <a:pPr lvl="0"/>
            <a:r>
              <a:rPr lang="en-IN" dirty="0"/>
              <a:t>Sales by category </a:t>
            </a:r>
          </a:p>
          <a:p>
            <a:pPr lvl="0"/>
            <a:r>
              <a:rPr lang="en-IN" dirty="0"/>
              <a:t>Sales by region </a:t>
            </a:r>
          </a:p>
          <a:p>
            <a:pPr lvl="0"/>
            <a:r>
              <a:rPr lang="en-IN" dirty="0"/>
              <a:t>Profit by segment </a:t>
            </a:r>
          </a:p>
          <a:p>
            <a:pPr lvl="0"/>
            <a:r>
              <a:rPr lang="en-IN" dirty="0"/>
              <a:t>Interactive slicers</a:t>
            </a:r>
          </a:p>
          <a:p>
            <a:r>
              <a:rPr lang="en-IN" dirty="0"/>
              <a:t>PIs &amp; Analysis</a:t>
            </a:r>
          </a:p>
        </p:txBody>
      </p:sp>
    </p:spTree>
    <p:extLst>
      <p:ext uri="{BB962C8B-B14F-4D97-AF65-F5344CB8AC3E}">
        <p14:creationId xmlns:p14="http://schemas.microsoft.com/office/powerpoint/2010/main" val="784440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6A142-1B5B-48DF-58F3-AE8847D1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F167-5EC0-8004-C0FD-A530E94F6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interactive dashboard provides a clear overview of sales and financial performance. It helps </a:t>
            </a:r>
            <a:r>
              <a:rPr lang="en-IN" dirty="0" err="1"/>
              <a:t>analyze</a:t>
            </a:r>
            <a:r>
              <a:rPr lang="en-IN" dirty="0"/>
              <a:t> sales trends, category performance, regional performance and segment profitability, supporting data-driven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2521674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145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TASK 4: DASHBOARD DESIGN</vt:lpstr>
      <vt:lpstr>Objective</vt:lpstr>
      <vt:lpstr>Interactive Dashboard</vt:lpstr>
      <vt:lpstr>KPI Summary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 Mukherjee</dc:creator>
  <cp:lastModifiedBy>Isha Mukherjee</cp:lastModifiedBy>
  <cp:revision>1</cp:revision>
  <dcterms:created xsi:type="dcterms:W3CDTF">2026-09-03T17:48:26Z</dcterms:created>
  <dcterms:modified xsi:type="dcterms:W3CDTF">2026-09-03T17:53:56Z</dcterms:modified>
</cp:coreProperties>
</file>